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61" r:id="rId3"/>
    <p:sldId id="257" r:id="rId4"/>
    <p:sldId id="258" r:id="rId5"/>
    <p:sldId id="260" r:id="rId6"/>
    <p:sldId id="259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9F61B83-121C-4211-A58C-EB6CD5A4FBA4}">
          <p14:sldIdLst>
            <p14:sldId id="256"/>
            <p14:sldId id="261"/>
            <p14:sldId id="257"/>
            <p14:sldId id="258"/>
            <p14:sldId id="260"/>
            <p14:sldId id="259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Untitled Section" id="{3DB7F595-5C25-48BC-9DB8-BC41884459D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2660B7-F73F-4EA5-8F64-F282ADDD88E5}" v="34" dt="2025-11-21T10:01:37.7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99" d="100"/>
          <a:sy n="99" d="100"/>
        </p:scale>
        <p:origin x="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ivik jataboina" userId="e5cf42ce488e0438" providerId="LiveId" clId="{92A864A4-A02B-4FC2-A653-2044B14DCDFC}"/>
    <pc:docChg chg="undo custSel addSld delSld modSld sldOrd modSection">
      <pc:chgData name="daivik jataboina" userId="e5cf42ce488e0438" providerId="LiveId" clId="{92A864A4-A02B-4FC2-A653-2044B14DCDFC}" dt="2025-11-21T10:03:05.087" v="580" actId="20577"/>
      <pc:docMkLst>
        <pc:docMk/>
      </pc:docMkLst>
      <pc:sldChg chg="modSp mod">
        <pc:chgData name="daivik jataboina" userId="e5cf42ce488e0438" providerId="LiveId" clId="{92A864A4-A02B-4FC2-A653-2044B14DCDFC}" dt="2025-11-21T10:03:05.087" v="580" actId="20577"/>
        <pc:sldMkLst>
          <pc:docMk/>
          <pc:sldMk cId="1761760116" sldId="256"/>
        </pc:sldMkLst>
        <pc:spChg chg="mod">
          <ac:chgData name="daivik jataboina" userId="e5cf42ce488e0438" providerId="LiveId" clId="{92A864A4-A02B-4FC2-A653-2044B14DCDFC}" dt="2025-11-21T09:47:08.780" v="214" actId="1076"/>
          <ac:spMkLst>
            <pc:docMk/>
            <pc:sldMk cId="1761760116" sldId="256"/>
            <ac:spMk id="2" creationId="{5168AED8-5E4D-9E44-2741-DD541AC1F4C8}"/>
          </ac:spMkLst>
        </pc:spChg>
        <pc:spChg chg="mod">
          <ac:chgData name="daivik jataboina" userId="e5cf42ce488e0438" providerId="LiveId" clId="{92A864A4-A02B-4FC2-A653-2044B14DCDFC}" dt="2025-11-21T10:03:05.087" v="580" actId="20577"/>
          <ac:spMkLst>
            <pc:docMk/>
            <pc:sldMk cId="1761760116" sldId="256"/>
            <ac:spMk id="3" creationId="{29781733-55CA-8384-854E-D6C50FDA981D}"/>
          </ac:spMkLst>
        </pc:spChg>
      </pc:sldChg>
      <pc:sldChg chg="modSp mod">
        <pc:chgData name="daivik jataboina" userId="e5cf42ce488e0438" providerId="LiveId" clId="{92A864A4-A02B-4FC2-A653-2044B14DCDFC}" dt="2025-11-21T09:55:12.985" v="374" actId="255"/>
        <pc:sldMkLst>
          <pc:docMk/>
          <pc:sldMk cId="142956681" sldId="257"/>
        </pc:sldMkLst>
        <pc:spChg chg="mod">
          <ac:chgData name="daivik jataboina" userId="e5cf42ce488e0438" providerId="LiveId" clId="{92A864A4-A02B-4FC2-A653-2044B14DCDFC}" dt="2025-11-21T09:55:12.985" v="374" actId="255"/>
          <ac:spMkLst>
            <pc:docMk/>
            <pc:sldMk cId="142956681" sldId="257"/>
            <ac:spMk id="3" creationId="{384CF9E1-AF0F-A971-FD89-F3531EADA79E}"/>
          </ac:spMkLst>
        </pc:spChg>
      </pc:sldChg>
      <pc:sldChg chg="modSp mod">
        <pc:chgData name="daivik jataboina" userId="e5cf42ce488e0438" providerId="LiveId" clId="{92A864A4-A02B-4FC2-A653-2044B14DCDFC}" dt="2025-11-21T09:56:12.371" v="382" actId="255"/>
        <pc:sldMkLst>
          <pc:docMk/>
          <pc:sldMk cId="3442526020" sldId="258"/>
        </pc:sldMkLst>
        <pc:spChg chg="mod">
          <ac:chgData name="daivik jataboina" userId="e5cf42ce488e0438" providerId="LiveId" clId="{92A864A4-A02B-4FC2-A653-2044B14DCDFC}" dt="2025-11-21T09:55:33.423" v="377"/>
          <ac:spMkLst>
            <pc:docMk/>
            <pc:sldMk cId="3442526020" sldId="258"/>
            <ac:spMk id="2" creationId="{D72CAFF9-BEBB-D577-8EB9-AE7E93E8143B}"/>
          </ac:spMkLst>
        </pc:spChg>
        <pc:spChg chg="mod">
          <ac:chgData name="daivik jataboina" userId="e5cf42ce488e0438" providerId="LiveId" clId="{92A864A4-A02B-4FC2-A653-2044B14DCDFC}" dt="2025-11-21T09:56:12.371" v="382" actId="255"/>
          <ac:spMkLst>
            <pc:docMk/>
            <pc:sldMk cId="3442526020" sldId="258"/>
            <ac:spMk id="3" creationId="{7986BBEE-9564-B58F-6C4A-79F10001580E}"/>
          </ac:spMkLst>
        </pc:spChg>
      </pc:sldChg>
      <pc:sldChg chg="delSp modSp mod ord">
        <pc:chgData name="daivik jataboina" userId="e5cf42ce488e0438" providerId="LiveId" clId="{92A864A4-A02B-4FC2-A653-2044B14DCDFC}" dt="2025-11-21T09:58:28.289" v="409" actId="1076"/>
        <pc:sldMkLst>
          <pc:docMk/>
          <pc:sldMk cId="1221509796" sldId="259"/>
        </pc:sldMkLst>
        <pc:spChg chg="mod">
          <ac:chgData name="daivik jataboina" userId="e5cf42ce488e0438" providerId="LiveId" clId="{92A864A4-A02B-4FC2-A653-2044B14DCDFC}" dt="2025-11-21T09:57:43.652" v="402"/>
          <ac:spMkLst>
            <pc:docMk/>
            <pc:sldMk cId="1221509796" sldId="259"/>
            <ac:spMk id="2" creationId="{47842A50-0413-643B-1253-13A421FA8DF7}"/>
          </ac:spMkLst>
        </pc:spChg>
        <pc:spChg chg="mod">
          <ac:chgData name="daivik jataboina" userId="e5cf42ce488e0438" providerId="LiveId" clId="{92A864A4-A02B-4FC2-A653-2044B14DCDFC}" dt="2025-11-21T09:58:28.289" v="409" actId="1076"/>
          <ac:spMkLst>
            <pc:docMk/>
            <pc:sldMk cId="1221509796" sldId="259"/>
            <ac:spMk id="3" creationId="{EDC5D6F8-3369-4771-C229-E3111BA9090D}"/>
          </ac:spMkLst>
        </pc:spChg>
        <pc:spChg chg="del mod">
          <ac:chgData name="daivik jataboina" userId="e5cf42ce488e0438" providerId="LiveId" clId="{92A864A4-A02B-4FC2-A653-2044B14DCDFC}" dt="2025-11-21T09:58:06.988" v="404" actId="21"/>
          <ac:spMkLst>
            <pc:docMk/>
            <pc:sldMk cId="1221509796" sldId="259"/>
            <ac:spMk id="7" creationId="{8B5793A7-C628-7069-DAC7-C284530C52FA}"/>
          </ac:spMkLst>
        </pc:spChg>
      </pc:sldChg>
      <pc:sldChg chg="modSp mod ord">
        <pc:chgData name="daivik jataboina" userId="e5cf42ce488e0438" providerId="LiveId" clId="{92A864A4-A02B-4FC2-A653-2044B14DCDFC}" dt="2025-11-21T09:57:10.885" v="398" actId="255"/>
        <pc:sldMkLst>
          <pc:docMk/>
          <pc:sldMk cId="848597580" sldId="260"/>
        </pc:sldMkLst>
        <pc:spChg chg="mod">
          <ac:chgData name="daivik jataboina" userId="e5cf42ce488e0438" providerId="LiveId" clId="{92A864A4-A02B-4FC2-A653-2044B14DCDFC}" dt="2025-11-21T09:56:32.780" v="387" actId="20577"/>
          <ac:spMkLst>
            <pc:docMk/>
            <pc:sldMk cId="848597580" sldId="260"/>
            <ac:spMk id="2" creationId="{FFCAF3B2-FBBE-0C5F-EF89-2BE823DB43AD}"/>
          </ac:spMkLst>
        </pc:spChg>
        <pc:spChg chg="mod">
          <ac:chgData name="daivik jataboina" userId="e5cf42ce488e0438" providerId="LiveId" clId="{92A864A4-A02B-4FC2-A653-2044B14DCDFC}" dt="2025-11-21T09:57:10.885" v="398" actId="255"/>
          <ac:spMkLst>
            <pc:docMk/>
            <pc:sldMk cId="848597580" sldId="260"/>
            <ac:spMk id="3" creationId="{50E5620E-4545-94E4-3F37-838B216A9FF7}"/>
          </ac:spMkLst>
        </pc:spChg>
      </pc:sldChg>
      <pc:sldChg chg="addSp delSp modSp new mod ord">
        <pc:chgData name="daivik jataboina" userId="e5cf42ce488e0438" providerId="LiveId" clId="{92A864A4-A02B-4FC2-A653-2044B14DCDFC}" dt="2025-11-21T09:53:35.280" v="367" actId="255"/>
        <pc:sldMkLst>
          <pc:docMk/>
          <pc:sldMk cId="2885513104" sldId="261"/>
        </pc:sldMkLst>
        <pc:spChg chg="mod">
          <ac:chgData name="daivik jataboina" userId="e5cf42ce488e0438" providerId="LiveId" clId="{92A864A4-A02B-4FC2-A653-2044B14DCDFC}" dt="2025-11-21T07:51:34.076" v="42" actId="113"/>
          <ac:spMkLst>
            <pc:docMk/>
            <pc:sldMk cId="2885513104" sldId="261"/>
            <ac:spMk id="2" creationId="{4B679D32-114E-6892-F29C-F5872FB9B69D}"/>
          </ac:spMkLst>
        </pc:spChg>
        <pc:spChg chg="del mod">
          <ac:chgData name="daivik jataboina" userId="e5cf42ce488e0438" providerId="LiveId" clId="{92A864A4-A02B-4FC2-A653-2044B14DCDFC}" dt="2025-11-21T07:50:29.706" v="33"/>
          <ac:spMkLst>
            <pc:docMk/>
            <pc:sldMk cId="2885513104" sldId="261"/>
            <ac:spMk id="3" creationId="{16909DAE-A906-2E7A-2DBE-644B6736FDE7}"/>
          </ac:spMkLst>
        </pc:spChg>
        <pc:spChg chg="add">
          <ac:chgData name="daivik jataboina" userId="e5cf42ce488e0438" providerId="LiveId" clId="{92A864A4-A02B-4FC2-A653-2044B14DCDFC}" dt="2025-11-21T07:50:24.714" v="31"/>
          <ac:spMkLst>
            <pc:docMk/>
            <pc:sldMk cId="2885513104" sldId="261"/>
            <ac:spMk id="4" creationId="{E18ED94F-3F25-EBA4-75BF-D368C13359C8}"/>
          </ac:spMkLst>
        </pc:spChg>
        <pc:spChg chg="add mod">
          <ac:chgData name="daivik jataboina" userId="e5cf42ce488e0438" providerId="LiveId" clId="{92A864A4-A02B-4FC2-A653-2044B14DCDFC}" dt="2025-11-21T09:53:35.280" v="367" actId="255"/>
          <ac:spMkLst>
            <pc:docMk/>
            <pc:sldMk cId="2885513104" sldId="261"/>
            <ac:spMk id="5" creationId="{EDE5C04A-DF04-79DB-4E45-16A4104C173C}"/>
          </ac:spMkLst>
        </pc:spChg>
      </pc:sldChg>
      <pc:sldChg chg="modSp new mod ord">
        <pc:chgData name="daivik jataboina" userId="e5cf42ce488e0438" providerId="LiveId" clId="{92A864A4-A02B-4FC2-A653-2044B14DCDFC}" dt="2025-11-21T10:02:17.572" v="579" actId="20577"/>
        <pc:sldMkLst>
          <pc:docMk/>
          <pc:sldMk cId="534069960" sldId="262"/>
        </pc:sldMkLst>
        <pc:spChg chg="mod">
          <ac:chgData name="daivik jataboina" userId="e5cf42ce488e0438" providerId="LiveId" clId="{92A864A4-A02B-4FC2-A653-2044B14DCDFC}" dt="2025-11-21T10:02:17.572" v="579" actId="20577"/>
          <ac:spMkLst>
            <pc:docMk/>
            <pc:sldMk cId="534069960" sldId="262"/>
            <ac:spMk id="2" creationId="{04C93A53-FF53-25A3-686F-BC070BEB1C52}"/>
          </ac:spMkLst>
        </pc:spChg>
        <pc:spChg chg="mod">
          <ac:chgData name="daivik jataboina" userId="e5cf42ce488e0438" providerId="LiveId" clId="{92A864A4-A02B-4FC2-A653-2044B14DCDFC}" dt="2025-11-21T09:59:09" v="418" actId="20577"/>
          <ac:spMkLst>
            <pc:docMk/>
            <pc:sldMk cId="534069960" sldId="262"/>
            <ac:spMk id="3" creationId="{B10E1177-3334-ECA1-C9CC-E45A9B571ADE}"/>
          </ac:spMkLst>
        </pc:spChg>
      </pc:sldChg>
      <pc:sldChg chg="modSp new mod">
        <pc:chgData name="daivik jataboina" userId="e5cf42ce488e0438" providerId="LiveId" clId="{92A864A4-A02B-4FC2-A653-2044B14DCDFC}" dt="2025-11-21T09:59:45.041" v="443" actId="20577"/>
        <pc:sldMkLst>
          <pc:docMk/>
          <pc:sldMk cId="1090827191" sldId="263"/>
        </pc:sldMkLst>
        <pc:spChg chg="mod">
          <ac:chgData name="daivik jataboina" userId="e5cf42ce488e0438" providerId="LiveId" clId="{92A864A4-A02B-4FC2-A653-2044B14DCDFC}" dt="2025-11-21T09:59:36.739" v="440" actId="20577"/>
          <ac:spMkLst>
            <pc:docMk/>
            <pc:sldMk cId="1090827191" sldId="263"/>
            <ac:spMk id="2" creationId="{C275D9E9-C397-3D07-9F57-04A1845E136B}"/>
          </ac:spMkLst>
        </pc:spChg>
        <pc:spChg chg="mod">
          <ac:chgData name="daivik jataboina" userId="e5cf42ce488e0438" providerId="LiveId" clId="{92A864A4-A02B-4FC2-A653-2044B14DCDFC}" dt="2025-11-21T09:59:45.041" v="443" actId="20577"/>
          <ac:spMkLst>
            <pc:docMk/>
            <pc:sldMk cId="1090827191" sldId="263"/>
            <ac:spMk id="3" creationId="{0F9CD73D-F522-50C5-AF7E-26278DFE7B8E}"/>
          </ac:spMkLst>
        </pc:spChg>
      </pc:sldChg>
      <pc:sldChg chg="new del">
        <pc:chgData name="daivik jataboina" userId="e5cf42ce488e0438" providerId="LiveId" clId="{92A864A4-A02B-4FC2-A653-2044B14DCDFC}" dt="2025-11-21T07:47:55.188" v="7" actId="680"/>
        <pc:sldMkLst>
          <pc:docMk/>
          <pc:sldMk cId="3898447501" sldId="263"/>
        </pc:sldMkLst>
      </pc:sldChg>
      <pc:sldChg chg="modSp new mod">
        <pc:chgData name="daivik jataboina" userId="e5cf42ce488e0438" providerId="LiveId" clId="{92A864A4-A02B-4FC2-A653-2044B14DCDFC}" dt="2025-11-21T10:00:19.142" v="465" actId="20577"/>
        <pc:sldMkLst>
          <pc:docMk/>
          <pc:sldMk cId="3770238282" sldId="264"/>
        </pc:sldMkLst>
        <pc:spChg chg="mod">
          <ac:chgData name="daivik jataboina" userId="e5cf42ce488e0438" providerId="LiveId" clId="{92A864A4-A02B-4FC2-A653-2044B14DCDFC}" dt="2025-11-21T10:00:14.648" v="463" actId="20577"/>
          <ac:spMkLst>
            <pc:docMk/>
            <pc:sldMk cId="3770238282" sldId="264"/>
            <ac:spMk id="2" creationId="{467174A5-918F-87A6-563D-EF70CF4C2E57}"/>
          </ac:spMkLst>
        </pc:spChg>
        <pc:spChg chg="mod">
          <ac:chgData name="daivik jataboina" userId="e5cf42ce488e0438" providerId="LiveId" clId="{92A864A4-A02B-4FC2-A653-2044B14DCDFC}" dt="2025-11-21T10:00:19.142" v="465" actId="20577"/>
          <ac:spMkLst>
            <pc:docMk/>
            <pc:sldMk cId="3770238282" sldId="264"/>
            <ac:spMk id="3" creationId="{880490DA-0226-299A-AD40-6DCF2237A7E3}"/>
          </ac:spMkLst>
        </pc:spChg>
      </pc:sldChg>
      <pc:sldChg chg="modSp new mod">
        <pc:chgData name="daivik jataboina" userId="e5cf42ce488e0438" providerId="LiveId" clId="{92A864A4-A02B-4FC2-A653-2044B14DCDFC}" dt="2025-11-21T10:00:54.479" v="470" actId="20577"/>
        <pc:sldMkLst>
          <pc:docMk/>
          <pc:sldMk cId="3269100237" sldId="265"/>
        </pc:sldMkLst>
        <pc:spChg chg="mod">
          <ac:chgData name="daivik jataboina" userId="e5cf42ce488e0438" providerId="LiveId" clId="{92A864A4-A02B-4FC2-A653-2044B14DCDFC}" dt="2025-11-21T10:00:30.655" v="467"/>
          <ac:spMkLst>
            <pc:docMk/>
            <pc:sldMk cId="3269100237" sldId="265"/>
            <ac:spMk id="2" creationId="{4815F06D-430C-4F03-E0AA-8143FC4F02E6}"/>
          </ac:spMkLst>
        </pc:spChg>
        <pc:spChg chg="mod">
          <ac:chgData name="daivik jataboina" userId="e5cf42ce488e0438" providerId="LiveId" clId="{92A864A4-A02B-4FC2-A653-2044B14DCDFC}" dt="2025-11-21T10:00:54.479" v="470" actId="20577"/>
          <ac:spMkLst>
            <pc:docMk/>
            <pc:sldMk cId="3269100237" sldId="265"/>
            <ac:spMk id="3" creationId="{E952BC87-1D1C-4FBD-447B-63056156F2E1}"/>
          </ac:spMkLst>
        </pc:spChg>
      </pc:sldChg>
      <pc:sldChg chg="modSp new mod">
        <pc:chgData name="daivik jataboina" userId="e5cf42ce488e0438" providerId="LiveId" clId="{92A864A4-A02B-4FC2-A653-2044B14DCDFC}" dt="2025-11-21T10:01:26.382" v="497" actId="20577"/>
        <pc:sldMkLst>
          <pc:docMk/>
          <pc:sldMk cId="997482699" sldId="266"/>
        </pc:sldMkLst>
        <pc:spChg chg="mod">
          <ac:chgData name="daivik jataboina" userId="e5cf42ce488e0438" providerId="LiveId" clId="{92A864A4-A02B-4FC2-A653-2044B14DCDFC}" dt="2025-11-21T10:01:22.178" v="495" actId="20577"/>
          <ac:spMkLst>
            <pc:docMk/>
            <pc:sldMk cId="997482699" sldId="266"/>
            <ac:spMk id="2" creationId="{0AA07536-C83B-67BB-D093-8B9CEBA2FF6B}"/>
          </ac:spMkLst>
        </pc:spChg>
        <pc:spChg chg="mod">
          <ac:chgData name="daivik jataboina" userId="e5cf42ce488e0438" providerId="LiveId" clId="{92A864A4-A02B-4FC2-A653-2044B14DCDFC}" dt="2025-11-21T10:01:26.382" v="497" actId="20577"/>
          <ac:spMkLst>
            <pc:docMk/>
            <pc:sldMk cId="997482699" sldId="266"/>
            <ac:spMk id="3" creationId="{8667717D-7170-7B25-F1EA-A3F6F68AFA30}"/>
          </ac:spMkLst>
        </pc:spChg>
      </pc:sldChg>
      <pc:sldChg chg="modSp new mod">
        <pc:chgData name="daivik jataboina" userId="e5cf42ce488e0438" providerId="LiveId" clId="{92A864A4-A02B-4FC2-A653-2044B14DCDFC}" dt="2025-11-21T10:01:58.119" v="518" actId="20577"/>
        <pc:sldMkLst>
          <pc:docMk/>
          <pc:sldMk cId="2539740412" sldId="267"/>
        </pc:sldMkLst>
        <pc:spChg chg="mod">
          <ac:chgData name="daivik jataboina" userId="e5cf42ce488e0438" providerId="LiveId" clId="{92A864A4-A02B-4FC2-A653-2044B14DCDFC}" dt="2025-11-21T10:01:58.119" v="518" actId="20577"/>
          <ac:spMkLst>
            <pc:docMk/>
            <pc:sldMk cId="2539740412" sldId="267"/>
            <ac:spMk id="2" creationId="{0C5A1E95-301F-153F-9045-560AA41A4A21}"/>
          </ac:spMkLst>
        </pc:spChg>
        <pc:spChg chg="mod">
          <ac:chgData name="daivik jataboina" userId="e5cf42ce488e0438" providerId="LiveId" clId="{92A864A4-A02B-4FC2-A653-2044B14DCDFC}" dt="2025-11-21T10:01:45.249" v="501" actId="20577"/>
          <ac:spMkLst>
            <pc:docMk/>
            <pc:sldMk cId="2539740412" sldId="267"/>
            <ac:spMk id="3" creationId="{A83FECE0-1E5A-F95C-DA3C-2FDCDB22D2F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273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11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676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03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935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445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6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057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99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2516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03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9635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328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442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463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A48DCD-E1EC-4550-BEC9-E7C5C0A4DE6F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3963D68-3373-41DF-86B2-8AECE1A64C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406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AED8-5E4D-9E44-2741-DD541AC1F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336405"/>
            <a:ext cx="9144000" cy="952243"/>
          </a:xfrm>
        </p:spPr>
        <p:txBody>
          <a:bodyPr/>
          <a:lstStyle/>
          <a:p>
            <a:pPr algn="l"/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Fertilizer Recommendation System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81733-55CA-8384-854E-D6C50FDA98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2658" y="2654408"/>
            <a:ext cx="8750710" cy="1902845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Team Details :</a:t>
            </a:r>
          </a:p>
          <a:p>
            <a:pPr algn="l"/>
            <a:endParaRPr lang="en-US" sz="2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3300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METTU SAIKUMAR 2403A54073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3300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GOBBILLA MANOGHNA  2403A54078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sz="3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POGULA SREENIDHI </a:t>
            </a:r>
            <a:r>
              <a:rPr lang="en-US" sz="3300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 2403A54116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endParaRPr lang="en-US" sz="2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76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9D32-114E-6892-F29C-F5872FB9B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INTRODUTION</a:t>
            </a:r>
            <a:r>
              <a:rPr lang="en-US" dirty="0"/>
              <a:t>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DE5C04A-DF04-79DB-4E45-16A4104C17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0345" y="1422569"/>
            <a:ext cx="2026253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Fertilizer recommendation is vital for sustainable agriculture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.- Machine learning predicts suitable fertilizer based on soil, crop, and environment.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- This project applies a Deep CNN for accurate recommendations.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551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0CA4-60F7-D0EC-344C-8481B6AB3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998" y="824271"/>
            <a:ext cx="8596668" cy="1320800"/>
          </a:xfrm>
        </p:spPr>
        <p:txBody>
          <a:bodyPr/>
          <a:lstStyle/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Objectives 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CF9E1-AF0F-A971-FD89-F3531EADA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998" y="1639480"/>
            <a:ext cx="8596668" cy="3880773"/>
          </a:xfrm>
        </p:spPr>
        <p:txBody>
          <a:bodyPr>
            <a:noAutofit/>
          </a:bodyPr>
          <a:lstStyle/>
          <a:p>
            <a:r>
              <a:rPr lang="en-US" sz="2800" dirty="0"/>
              <a:t> Build a model that recommends fertilizer for given soil/crop conditions.</a:t>
            </a:r>
          </a:p>
          <a:p>
            <a:r>
              <a:rPr lang="en-US" sz="2800" dirty="0"/>
              <a:t>- Analyze features: temperature, moisture, rainfall, pH, NPK, carbon, soil type, crop type.-</a:t>
            </a:r>
          </a:p>
          <a:p>
            <a:r>
              <a:rPr lang="en-US" sz="2800" dirty="0"/>
              <a:t> Apply CNN for robust 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142956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AFF9-BEBB-D577-8EB9-AE7E93E81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60922"/>
            <a:ext cx="8596668" cy="1320800"/>
          </a:xfrm>
        </p:spPr>
        <p:txBody>
          <a:bodyPr/>
          <a:lstStyle/>
          <a:p>
            <a:r>
              <a:rPr lang="en-US" dirty="0"/>
              <a:t> 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6BBEE-9564-B58F-6C4A-79F100015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02658"/>
            <a:ext cx="8596668" cy="2491917"/>
          </a:xfrm>
        </p:spPr>
        <p:txBody>
          <a:bodyPr>
            <a:noAutofit/>
          </a:bodyPr>
          <a:lstStyle/>
          <a:p>
            <a:r>
              <a:rPr lang="en-US" sz="2800" dirty="0"/>
              <a:t>- Source: CSV dataset (Kaggle/other repositories).</a:t>
            </a:r>
          </a:p>
          <a:p>
            <a:r>
              <a:rPr lang="en-US" sz="2800" dirty="0"/>
              <a:t>- Features: Temperature, Moisture, Rainfall, pH, N, P, K, Carbon, Soil, Crop.</a:t>
            </a:r>
          </a:p>
          <a:p>
            <a:r>
              <a:rPr lang="en-US" sz="2800" dirty="0"/>
              <a:t>- Target: Fertilizer type (categorical).</a:t>
            </a:r>
          </a:p>
        </p:txBody>
      </p:sp>
    </p:spTree>
    <p:extLst>
      <p:ext uri="{BB962C8B-B14F-4D97-AF65-F5344CB8AC3E}">
        <p14:creationId xmlns:p14="http://schemas.microsoft.com/office/powerpoint/2010/main" val="3442526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AF3B2-FBBE-0C5F-EF89-2BE823DB4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Data Preprocessing: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5620E-4545-94E4-3F37-838B216A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909118" cy="3984572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800" dirty="0"/>
              <a:t>Dropped irrelevant columns (e.g., “Remark”).</a:t>
            </a:r>
          </a:p>
          <a:p>
            <a:pPr>
              <a:buFontTx/>
              <a:buChar char="-"/>
            </a:pPr>
            <a:r>
              <a:rPr lang="en-US" sz="2800" dirty="0"/>
              <a:t>- Encoded categorical features (Soil, Crop, Fertilizer).</a:t>
            </a:r>
          </a:p>
          <a:p>
            <a:pPr>
              <a:buFontTx/>
              <a:buChar char="-"/>
            </a:pPr>
            <a:r>
              <a:rPr lang="en-US" sz="2800" dirty="0"/>
              <a:t>- Standardized numerical </a:t>
            </a:r>
            <a:r>
              <a:rPr lang="en-US" sz="2800" dirty="0" err="1"/>
              <a:t>featu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4859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42A50-0413-643B-1253-13A421FA8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Algorithm – Deep CNN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5D6F8-3369-4771-C229-E3111BA90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845" y="1720840"/>
            <a:ext cx="10177479" cy="3416320"/>
          </a:xfrm>
        </p:spPr>
        <p:txBody>
          <a:bodyPr>
            <a:noAutofit/>
          </a:bodyPr>
          <a:lstStyle/>
          <a:p>
            <a:r>
              <a:rPr lang="en-US" dirty="0"/>
              <a:t>- CNN captures complex feature interactions.</a:t>
            </a:r>
          </a:p>
          <a:p>
            <a:r>
              <a:rPr lang="en-US" dirty="0"/>
              <a:t>- Input reshaped into 3D format for Conv1D layers.</a:t>
            </a:r>
          </a:p>
          <a:p>
            <a:r>
              <a:rPr lang="en-US" dirty="0"/>
              <a:t>- Advantages:- Handles mixed data types.</a:t>
            </a:r>
          </a:p>
          <a:p>
            <a:r>
              <a:rPr lang="en-US" dirty="0"/>
              <a:t>- High accuracy.</a:t>
            </a:r>
          </a:p>
          <a:p>
            <a:r>
              <a:rPr lang="en-US" dirty="0"/>
              <a:t>- Minimal manual feature engineering.</a:t>
            </a:r>
          </a:p>
        </p:txBody>
      </p:sp>
    </p:spTree>
    <p:extLst>
      <p:ext uri="{BB962C8B-B14F-4D97-AF65-F5344CB8AC3E}">
        <p14:creationId xmlns:p14="http://schemas.microsoft.com/office/powerpoint/2010/main" val="122150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3A53-FF53-25A3-686F-BC070BEB1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MODEL TRAINING AND TESTING: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0E1177-3334-ECA1-C9CC-E45A9B571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90318"/>
            <a:ext cx="8596668" cy="3880773"/>
          </a:xfrm>
        </p:spPr>
        <p:txBody>
          <a:bodyPr/>
          <a:lstStyle/>
          <a:p>
            <a:r>
              <a:rPr lang="en-US" dirty="0"/>
              <a:t>- CNN built with Conv1D, </a:t>
            </a:r>
            <a:r>
              <a:rPr lang="en-US" dirty="0" err="1"/>
              <a:t>BatchNormalization</a:t>
            </a:r>
            <a:r>
              <a:rPr lang="en-US" dirty="0"/>
              <a:t>, Dense, Dropout layers.</a:t>
            </a:r>
          </a:p>
          <a:p>
            <a:r>
              <a:rPr lang="en-US" dirty="0"/>
              <a:t>- Trained for 50 epochs, batch size 32.</a:t>
            </a:r>
          </a:p>
          <a:p>
            <a:r>
              <a:rPr lang="en-US" dirty="0"/>
              <a:t>- Evaluated with accuracy, loss, classification report.</a:t>
            </a:r>
          </a:p>
        </p:txBody>
      </p:sp>
    </p:spTree>
    <p:extLst>
      <p:ext uri="{BB962C8B-B14F-4D97-AF65-F5344CB8AC3E}">
        <p14:creationId xmlns:p14="http://schemas.microsoft.com/office/powerpoint/2010/main" val="534069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5D9E9-C397-3D07-9F57-04A1845E1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CD73D-F522-50C5-AF7E-26278DFE7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Test Accuracy: ~80–85%.</a:t>
            </a:r>
          </a:p>
          <a:p>
            <a:r>
              <a:rPr lang="en-US" dirty="0"/>
              <a:t>- Loss stabilized after training.</a:t>
            </a:r>
          </a:p>
          <a:p>
            <a:r>
              <a:rPr lang="en-US" dirty="0"/>
              <a:t>- Balanced performance across fertilizer classes.</a:t>
            </a:r>
          </a:p>
          <a:p>
            <a:r>
              <a:rPr lang="en-US" dirty="0"/>
              <a:t>- CNN outperforms simple ML models.</a:t>
            </a:r>
          </a:p>
        </p:txBody>
      </p:sp>
    </p:spTree>
    <p:extLst>
      <p:ext uri="{BB962C8B-B14F-4D97-AF65-F5344CB8AC3E}">
        <p14:creationId xmlns:p14="http://schemas.microsoft.com/office/powerpoint/2010/main" val="1090827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174A5-918F-87A6-563D-EF70CF4C2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490DA-0226-299A-AD40-6DCF2237A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Accuracy vs Epochs graph.</a:t>
            </a:r>
          </a:p>
          <a:p>
            <a:r>
              <a:rPr lang="en-US" dirty="0"/>
              <a:t>- Loss vs Epochs graph.</a:t>
            </a:r>
          </a:p>
          <a:p>
            <a:r>
              <a:rPr lang="en-US" dirty="0"/>
              <a:t>- Feature importance (soil &amp; crop highly influential)</a:t>
            </a:r>
          </a:p>
        </p:txBody>
      </p:sp>
    </p:spTree>
    <p:extLst>
      <p:ext uri="{BB962C8B-B14F-4D97-AF65-F5344CB8AC3E}">
        <p14:creationId xmlns:p14="http://schemas.microsoft.com/office/powerpoint/2010/main" val="3770238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5F06D-430C-4F03-E0AA-8143FC4F0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2BC87-1D1C-4FBD-447B-63056156F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CNN predicts fertilizer recommendations with good accuracy.</a:t>
            </a:r>
          </a:p>
          <a:p>
            <a:r>
              <a:rPr lang="en-US" dirty="0"/>
              <a:t>- Supports precision agriculture.</a:t>
            </a:r>
          </a:p>
          <a:p>
            <a:r>
              <a:rPr lang="en-US" dirty="0"/>
              <a:t>- Can be deployed for real‑time farmer support.</a:t>
            </a:r>
          </a:p>
        </p:txBody>
      </p:sp>
    </p:spTree>
    <p:extLst>
      <p:ext uri="{BB962C8B-B14F-4D97-AF65-F5344CB8AC3E}">
        <p14:creationId xmlns:p14="http://schemas.microsoft.com/office/powerpoint/2010/main" val="3269100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7536-C83B-67BB-D093-8B9CEBA2F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717D-7170-7B25-F1EA-A3F6F68A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Deploy via web/mobile apps (Flask, </a:t>
            </a:r>
            <a:r>
              <a:rPr lang="en-US" dirty="0" err="1"/>
              <a:t>Streamlit</a:t>
            </a:r>
            <a:r>
              <a:rPr lang="en-US" dirty="0"/>
              <a:t>).</a:t>
            </a:r>
          </a:p>
          <a:p>
            <a:r>
              <a:rPr lang="en-US" dirty="0"/>
              <a:t>- Integrate with IoT soil sensors.</a:t>
            </a:r>
          </a:p>
          <a:p>
            <a:r>
              <a:rPr lang="en-US" dirty="0"/>
              <a:t>- Extend to ensemble deep learning model</a:t>
            </a:r>
          </a:p>
        </p:txBody>
      </p:sp>
    </p:spTree>
    <p:extLst>
      <p:ext uri="{BB962C8B-B14F-4D97-AF65-F5344CB8AC3E}">
        <p14:creationId xmlns:p14="http://schemas.microsoft.com/office/powerpoint/2010/main" val="9974826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1E95-301F-153F-9045-560AA41A4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FECE0-1E5A-F95C-DA3C-2FDCDB22D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 Libraries: TensorFlow, </a:t>
            </a:r>
            <a:r>
              <a:rPr lang="en-US" dirty="0" err="1"/>
              <a:t>Keras</a:t>
            </a:r>
            <a:r>
              <a:rPr lang="en-US" dirty="0"/>
              <a:t>, Scikit‑learn, Pandas, Matplotlib.</a:t>
            </a:r>
          </a:p>
          <a:p>
            <a:r>
              <a:rPr lang="en-US" dirty="0"/>
              <a:t>- Dataset sources: Kaggle / Agricultural repositories.</a:t>
            </a:r>
          </a:p>
          <a:p>
            <a:r>
              <a:rPr lang="en-US" dirty="0"/>
              <a:t>- Research papers on CNN in agriculture.</a:t>
            </a:r>
          </a:p>
        </p:txBody>
      </p:sp>
    </p:spTree>
    <p:extLst>
      <p:ext uri="{BB962C8B-B14F-4D97-AF65-F5344CB8AC3E}">
        <p14:creationId xmlns:p14="http://schemas.microsoft.com/office/powerpoint/2010/main" val="253974041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489</TotalTime>
  <Words>399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Courier New</vt:lpstr>
      <vt:lpstr>Trebuchet MS</vt:lpstr>
      <vt:lpstr>Wingdings</vt:lpstr>
      <vt:lpstr>Wingdings 3</vt:lpstr>
      <vt:lpstr>Facet</vt:lpstr>
      <vt:lpstr>Fertilizer Recommendation System using Machine Learning</vt:lpstr>
      <vt:lpstr>INTRODUTION </vt:lpstr>
      <vt:lpstr>Objectives : </vt:lpstr>
      <vt:lpstr> Dataset Description</vt:lpstr>
      <vt:lpstr> Data Preprocessing:</vt:lpstr>
      <vt:lpstr> Algorithm – Deep CNN</vt:lpstr>
      <vt:lpstr>MODEL TRAINING AND TESTING:</vt:lpstr>
      <vt:lpstr>RESULTS: </vt:lpstr>
      <vt:lpstr>VISUALIZATION:</vt:lpstr>
      <vt:lpstr> Conclusion</vt:lpstr>
      <vt:lpstr>FUTURE SCOPE: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daivik jataboina</dc:creator>
  <cp:lastModifiedBy>daivik jataboina</cp:lastModifiedBy>
  <cp:revision>1</cp:revision>
  <dcterms:created xsi:type="dcterms:W3CDTF">2025-11-21T01:38:15Z</dcterms:created>
  <dcterms:modified xsi:type="dcterms:W3CDTF">2025-11-21T10:03:10Z</dcterms:modified>
</cp:coreProperties>
</file>